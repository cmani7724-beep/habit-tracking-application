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914400"/>
            <a:ext cx="2011680" cy="20116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325880" cy="132588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21040" y="2926080"/>
            <a:ext cx="914400" cy="91440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200" b="1">
                <a:solidFill>
                  <a:srgbClr val="2DD4BF"/>
                </a:solidFill>
                <a:latin typeface="Aptos"/>
              </a:rPr>
              <a:t>BWT HACKATHON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12344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Aptos"/>
              </a:rPr>
              <a:t>HABIT TRACKING
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6949440" cy="7315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100" b="0">
                <a:solidFill>
                  <a:srgbClr val="CBD5E1"/>
                </a:solidFill>
                <a:latin typeface="Aptos"/>
              </a:rPr>
              <a:t>Build better routines. One day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6858000" cy="6400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600" b="0">
                <a:solidFill>
                  <a:srgbClr val="F8FAFC"/>
                </a:solidFill>
                <a:latin typeface="Aptos"/>
              </a:rPr>
              <a:t>A simple web app to set goals, track daily habits,
and turn consistency into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751" y="4884576"/>
            <a:ext cx="7360920" cy="1123384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400" b="0" dirty="0">
                <a:solidFill>
                  <a:srgbClr val="CBD5E1"/>
                </a:solidFill>
                <a:latin typeface="Aptos"/>
              </a:rPr>
              <a:t>Team Members: </a:t>
            </a:r>
            <a:endParaRPr lang="en-US" sz="1400" dirty="0">
              <a:solidFill>
                <a:srgbClr val="CBD5E1"/>
              </a:solidFill>
              <a:latin typeface="Aptos"/>
            </a:endParaRPr>
          </a:p>
          <a:p>
            <a:r>
              <a:rPr lang="en-US" sz="1400" b="0" dirty="0" smtClean="0">
                <a:solidFill>
                  <a:srgbClr val="CBD5E1"/>
                </a:solidFill>
                <a:latin typeface="Aptos"/>
              </a:rPr>
              <a:t>                        G.BHARATH (25MVCSMR0643</a:t>
            </a:r>
            <a:r>
              <a:rPr lang="en-US" sz="1400" dirty="0" smtClean="0">
                <a:solidFill>
                  <a:srgbClr val="CBD5E1"/>
                </a:solidFill>
                <a:latin typeface="Aptos"/>
              </a:rPr>
              <a:t>)</a:t>
            </a:r>
          </a:p>
          <a:p>
            <a:r>
              <a:rPr lang="en-US" sz="1400" b="0" dirty="0">
                <a:solidFill>
                  <a:srgbClr val="CBD5E1"/>
                </a:solidFill>
                <a:latin typeface="Aptos"/>
              </a:rPr>
              <a:t> </a:t>
            </a:r>
            <a:r>
              <a:rPr lang="en-US" sz="1400" b="0" dirty="0" smtClean="0">
                <a:solidFill>
                  <a:srgbClr val="CBD5E1"/>
                </a:solidFill>
                <a:latin typeface="Aptos"/>
              </a:rPr>
              <a:t>                        A.HARISH REDDY(25MVCSMR0633)</a:t>
            </a:r>
          </a:p>
          <a:p>
            <a:r>
              <a:rPr lang="en-US" sz="1400" dirty="0">
                <a:solidFill>
                  <a:srgbClr val="CBD5E1"/>
                </a:solidFill>
                <a:latin typeface="Aptos"/>
              </a:rPr>
              <a:t> </a:t>
            </a:r>
            <a:r>
              <a:rPr lang="en-US" sz="1400" dirty="0" smtClean="0">
                <a:solidFill>
                  <a:srgbClr val="CBD5E1"/>
                </a:solidFill>
                <a:latin typeface="Aptos"/>
              </a:rPr>
              <a:t>                        K.HARSHA VATDHAN(25MVCSMR0653)</a:t>
            </a:r>
          </a:p>
          <a:p>
            <a:r>
              <a:rPr lang="en-US" sz="1400" b="0" dirty="0">
                <a:solidFill>
                  <a:srgbClr val="CBD5E1"/>
                </a:solidFill>
                <a:latin typeface="Aptos"/>
              </a:rPr>
              <a:t> </a:t>
            </a:r>
            <a:r>
              <a:rPr lang="en-US" sz="1400" b="0" dirty="0" smtClean="0">
                <a:solidFill>
                  <a:srgbClr val="CBD5E1"/>
                </a:solidFill>
                <a:latin typeface="Aptos"/>
              </a:rPr>
              <a:t>                        CH.MANI PRADEEP(25MVCSMR0679</a:t>
            </a:r>
            <a:r>
              <a:rPr lang="en-US" sz="1200" b="0" dirty="0" smtClean="0">
                <a:solidFill>
                  <a:srgbClr val="CBD5E1"/>
                </a:solidFill>
                <a:latin typeface="Aptos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The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5943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200" b="1">
                <a:solidFill>
                  <a:srgbClr val="FACC15"/>
                </a:solidFill>
                <a:latin typeface="Aptos"/>
              </a:rPr>
              <a:t>Why do habits fail?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074920" cy="30175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People forget daily goals and routines.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Progress is difficult to measure consistently.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Missed days can reduce motivation.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t>•  Many trackers feel complicated or time-consuming.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484632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2103120"/>
            <a:ext cx="4443983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FACC15"/>
                </a:solidFill>
                <a:latin typeface="Aptos"/>
              </a:rP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633472"/>
            <a:ext cx="4443983" cy="2331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Create one easy place to plan habits, check them off, view progress, and stay motivated through simple visual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572000"/>
            <a:ext cx="4297680" cy="457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800" b="1">
                <a:solidFill>
                  <a:srgbClr val="86EFAC"/>
                </a:solidFill>
                <a:latin typeface="Aptos"/>
              </a:rPr>
              <a:t>Goal: make consistency easier.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Our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100" b="1">
                <a:solidFill>
                  <a:srgbClr val="2DD4BF"/>
                </a:solidFill>
                <a:latin typeface="Aptos"/>
              </a:rPr>
              <a:t>A lightweight, student-friendly habit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4290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01  PERSONAL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73552"/>
            <a:ext cx="3026664" cy="14630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Choose habits such as reading, exercise, coding practice, or drinking water.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290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74320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02  DAILY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273552"/>
            <a:ext cx="3026664" cy="14630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Mark each habit complete with a quick tap and see today's progress.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4290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74320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03 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73552"/>
            <a:ext cx="3026664" cy="14630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Build streaks, celebrate milestones, and spot patterns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Core idea: small actions + visible progress = stronger routines.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Habit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Add a habit, set a target, and choose daily or weekly frequency.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0116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86EFAC"/>
                </a:solidFill>
                <a:latin typeface="Aptos"/>
              </a:rPr>
              <a:t>Progress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5420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View completion percentage and weekly activity at a glance.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Streak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5420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Track consecutive successful days and personal bests.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0690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Reminders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994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Optional reminders help users remember their planned habits.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862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40690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86EFAC"/>
                </a:solidFill>
                <a:latin typeface="Aptos"/>
              </a:rPr>
              <a:t>History &amp;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5994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Review past check-ins to understand consistency.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86200"/>
            <a:ext cx="33375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4069080"/>
            <a:ext cx="293522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Simple and responsive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599432"/>
            <a:ext cx="2935224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Use the app comfortably on desktop or mobile.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54480" y="1874519"/>
            <a:ext cx="685800" cy="685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002536"/>
            <a:ext cx="685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4688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SIGN UP /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68880" cy="1188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tos"/>
              </a:rPr>
              <a:t>User opens the app and accesses their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57400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3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1874519"/>
            <a:ext cx="685800" cy="6858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002536"/>
            <a:ext cx="685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4688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ADD HABITS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468880" cy="1188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tos"/>
              </a:rPr>
              <a:t>User creates habits and sets a schedule or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057400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3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1874519"/>
            <a:ext cx="685800" cy="6858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2002536"/>
            <a:ext cx="685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4688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CHECK IN 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2468880" cy="1188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tos"/>
              </a:rPr>
              <a:t>User marks completed habits; the app saves the entry.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57400"/>
            <a:ext cx="5029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300" b="1">
                <a:solidFill>
                  <a:srgbClr val="2DD4BF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195559" y="1874519"/>
            <a:ext cx="685800" cy="6858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59" y="2002536"/>
            <a:ext cx="6858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788920"/>
            <a:ext cx="246888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REVIEW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383280"/>
            <a:ext cx="2468880" cy="11887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tos"/>
              </a:rPr>
              <a:t>Dashboard updates streaks, totals, and weekly progress.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074920"/>
            <a:ext cx="850392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29968" y="5257800"/>
            <a:ext cx="810158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86EFAC"/>
                </a:solidFill>
                <a:latin typeface="Aptos"/>
              </a:rPr>
              <a:t>USER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788152"/>
            <a:ext cx="8101584" cy="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Create → Track → Review → Improve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Technology &amp;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2DD4B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3026664" cy="12344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HTML – page structure
CSS – responsive styling
JavaScript – 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201168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FACC15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542032"/>
            <a:ext cx="3026664" cy="12344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Node.js + Express (proposed)
Handle user requests
Validate and process habit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011680"/>
            <a:ext cx="3026664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86EFAC"/>
                </a:solidFill>
                <a:latin typeface="Aptos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542032"/>
            <a:ext cx="3026664" cy="1234439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MongoDB or MySQL (proposed)
Store users, habits, and check-ins
Retrieve history and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Aptos"/>
              </a:rPr>
              <a:t>Basic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645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30368"/>
            <a:ext cx="15544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074920"/>
            <a:ext cx="1645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5230368"/>
            <a:ext cx="15544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5074920"/>
            <a:ext cx="1645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0" y="5230368"/>
            <a:ext cx="15544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Backend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5074920"/>
            <a:ext cx="1645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5230368"/>
            <a:ext cx="1554480" cy="2286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9379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000" b="1">
                <a:solidFill>
                  <a:srgbClr val="FACC15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19379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000" b="1">
                <a:solidFill>
                  <a:srgbClr val="FACC15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519379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000" b="1">
                <a:solidFill>
                  <a:srgbClr val="FACC15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0">
                <a:solidFill>
                  <a:srgbClr val="CBD5E1"/>
                </a:solidFill>
                <a:latin typeface="Aptos"/>
              </a:rPr>
              <a:t>Note: Node.js, Express, and database options are proposed implementation choices.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046720" cy="2743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000" b="1">
                <a:solidFill>
                  <a:srgbClr val="2DD4BF"/>
                </a:solidFill>
                <a:latin typeface="Aptos"/>
              </a:rPr>
              <a:t>BWT HACKATHON  •  HABIT TRACKING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01752"/>
            <a:ext cx="5029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r"/>
            <a:r>
              <a:rPr sz="1200" b="1">
                <a:solidFill>
                  <a:srgbClr val="FACC15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2900" b="1">
                <a:solidFill>
                  <a:srgbClr val="F8FAFC"/>
                </a:solidFill>
                <a:latin typeface="Aptos"/>
              </a:rPr>
              <a:t>Expected Impact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718303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86EFAC"/>
                </a:solidFill>
                <a:latin typeface="Aptos"/>
              </a:rP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4718303" cy="1600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• Encourages consistency and self-discipline
• Makes personal progress visible
• Helps students balance learning and wellness
• Turns large goals into small daily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011680"/>
            <a:ext cx="4718303" cy="4114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700" b="1">
                <a:solidFill>
                  <a:srgbClr val="FACC15"/>
                </a:solidFill>
                <a:latin typeface="Aptos"/>
              </a:rP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542032"/>
            <a:ext cx="4718303" cy="160020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Aptos"/>
              </a:rPr>
              <a:t>• Smart reminders and calendar integration
• Habit recommendations and insights
• Team challenges and friendly leaderboards
• Optional cloud sync and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2700" b="1">
                <a:solidFill>
                  <a:srgbClr val="2DD4BF"/>
                </a:solidFill>
                <a:latin typeface="Aptos"/>
              </a:rPr>
              <a:t>Small habits. Big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449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ASUS</cp:lastModifiedBy>
  <cp:revision>2</cp:revision>
  <dcterms:created xsi:type="dcterms:W3CDTF">2013-01-27T09:14:16Z</dcterms:created>
  <dcterms:modified xsi:type="dcterms:W3CDTF">2026-10-10T04:38:58Z</dcterms:modified>
  <cp:category/>
</cp:coreProperties>
</file>